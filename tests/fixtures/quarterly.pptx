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slideLayout1.xml><?xml version="1.0" encoding="utf-8"?>
<p:sldLayout xmlns:p="http://schemas.openxmlformats.org/presentationml/2006/main" type="titleAndBody">
  <p:cSld name="Title and Content"/>
</p:sldLayout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rPr lang="en-US" sz="4400" b="1"/>
              <a:t>Q1 Results</a:t>
            </a:r>
          </a:p>
        </p:txBody>
      </p:sp>
      <p:sp>
        <p:nvSpPr>
          <p:nvPr>
            <p:ph type="body" idx="1"/>
          </p:nvPr>
        </p:nvSpPr>
        <p:txBody>
          <a:p>
            <a:r>
              <a:rPr lang="en-US" sz="2000"/>
              <a:t>Revenue up 12%</a:t>
            </a:r>
          </a:p>
        </p:txBody>
      </p:sp>
    </p:spTree>
  </p:cSld>
</p:sld>
</file>

<file path=ppt/theme/theme1.xml><?xml version="1.0" encoding="utf-8"?>
<a:theme xmlns:a="http://schemas.openxmlformats.org/drawingml/2006/main" name="IronClaw">
  <a:themeElements>
    <a:clrScheme name="IronClaw"/>
  </a:themeElements>
</a:theme>
</file>